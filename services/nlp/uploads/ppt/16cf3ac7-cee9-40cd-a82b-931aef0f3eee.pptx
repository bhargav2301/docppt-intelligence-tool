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Strategy 2026 [Artifact: 123]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ChatGPT. Contact: support@openai.com [Draft v1.0]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AI pipelines.</a:t>
            </a:r>
          </a:p>
          <a:p>
            <a:pPr lvl="1"/>
            <a:r>
              <a:t>Eliminate manual errors (Ref: [Doc-45]).</a:t>
            </a:r>
          </a:p>
          <a:p>
            <a:pPr lvl="1"/>
            <a:r>
              <a:t>Optimize for speed and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